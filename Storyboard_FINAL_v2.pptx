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Intro | Masa: 0:00 – 3:00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T1: Pengenalan Pakar | Masa: 3:00 – 12:00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T2: Perkembangan Terkini | Masa: 12:00 – 22:00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T3: Kelebihan Teknologi | Masa: 22:00 – 32:00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T4: Cabaran &amp; Halangan | Masa: 32:00 – 42:00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T5: Contoh Penggunaan Berkesan | Masa: 42:00 – 52:00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T6: Nasihat &amp; Pandangan | Masa: 52:00 – 57:00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Topik: Penutup | Masa: 57:00 – 60:00
Proposal: GGGP6223 · UniKL MIAT · 18 tahun · 25 soalan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Intro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0:00 – 3:00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Wide Shot (WS) · Establishing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mata, sedikit tinggi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Push-in perlahan (dolly-in)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Simetri — Moderator &amp; Pakar berhadapan di settee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Tea table bulat kayu di tengah, dua cawan teh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Backdrop EDUTECH AVIONIK — logo merah &amp; charcoal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Lower-third: Moderator | Pensyarah Pakar Avionik UniKL MIAT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Jingle + motion graphic tajuk podcast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WS  ·  Simetri  ·  Push-in  ·  Lower-third  ·  Jingle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Assalamualaikum dan selamat sejahtera. Selamat datang ke EduTech Avionik — podcast yang meneroka transformasi pengajaran avionik melalui teknologi pendidikan terkini. Hari ini kita berbual bersama pakar yang telah mencurahkan lebih 18 tahun dalam bidang pengajaran avionik di UniKL MIAT.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Podcast ini menyentuh enam topik utama — pengenalan pakar, perkembangan terkini, kelebihan teknologi, cabaran dan halangan, contoh berkesan, dan nasihat pandangan masa hadapan. Mari kita mulakan!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Terima kasih atas jemputan ini. Sangat seronok berpeluang berkongsi pengalaman tentang topik yang sangat rapat di hati saya. Semoga perkongsian ini bermanfaat kepada semua pendengar.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T1: Pengenalan Pakar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3:00 – 12:00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Medium two-shot → MCU Pakar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mata; cut ke MCU bila Pakar bercakap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Cut dari two-shot ke MCU semasa jawab A1–A4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Rule of thirds — Pakar pada garis 1/3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Looking room ke arah Moderator (off-camera)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Elemen visual: sijil, model pesawat, scroll — 18 tahun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Lower-third: Pensyarah Pakar Avionik, UniKL MIAT | 18 Tahun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Two-shot  ·  MCU  ·  Rule of thirds  ·  Shallow DOF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Boleh puan/encik perkenalkan diri dan ceritakan perjalanan kerjaya anda dalam bidang avionik? (A1)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 pencapaian paling membanggakan? (A3) Bagaimana peranan anda kini menyumbang kepada pendidikan avionik? (A4)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Saya memulakan kerjaya sebagai juruteknik avionik di lapangan sebelum beralih ke akademik. Sepanjang 18 tahun di UniKL MIAT, saya menyaksikan transformasi besar — daripada kaedah berasaskan teks kepada pendekatan digital dan interaktif.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1772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Pencapaian terbesar ialah melihat pelajar berkhidmat di syarikat MRO antarabangsa. Kini saya fokus memastikan kurikulum relevan dengan industri dan menyelitkan teknologi pendidikan terkini dalam setiap aspek pengajaran.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T2: Perkembangan Terkini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12:00 – 22:00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Medium Shot + Insert B-Roll teknologi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mata; B-roll pelbagai sudut teknologi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Cutaway ke B-roll demo teknologi semasa Pakar menerangkan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Infografik kurikulum avionik nasional &amp; global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Perbandingan amalan terbaik negara-negara terkemuka antarabangsa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Grafik Industri 4.0, ICAO, CAAM, Dasar Penerbangan 2015-2030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Chapter marker di permulaan segmen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Cutaway  ·  B-roll  ·  Infografik  ·  Chapter marker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Apakah perkembangan paling signifikan dalam teknologi avionik yang mempengaruhi cara kita mengajar hari ini? (B1)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Adakah Malaysia berada di landasan yang tepat berbanding negara-negara terkemuka dalam pendidikan avionik antarabangsa? (B4)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Pendigitalan sistem avionik — daripada analog kepada glass cockpit, fly-by-wire, dan sistem berasaskan data. Pelajar kini perlu berinteraksi dengan simulator dan persekitaran digital untuk benar-benar faham.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1772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Malaysia sedang menuju landasan yang betul. Dengan Dasar Penerbangan Awam 2015-2030 dan pertumbuhan sektor MRO, momentum kita semakin kukuh — walaupun masih ada jurang yang perlu dirapatkan.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T3: Kelebihan Teknologi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22:00 – 32:00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MCU Pakar + On-screen grafik 4 kuadran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mata; grafik overlay muncul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Statik; grafik slide masuk semasa Pakar menerangkan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Pakar pada 1/3 kiri frame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4 kuadran teknologi: Simulator, AR, VR, AI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Tangkap data keberkesanan konkrit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Nada informatif dan mendalam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MCU  ·  On-screen graphics  ·  Simulator  ·  AR  ·  VR  ·  AI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Teknologi pendidikan apakah yang paling berkesan dalam meningkatkan pemahaman pelajar avionik terhadap sistem kompleks? (C1)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Apakah kelebihan terbesar VR/AR dalam pengajaran prosedur penyelenggaraan avionik berbanding kaedah tradisional? (C4)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Simulator penerbangan paling berkesan untuk prosedur. AR pula membuka dimensi baharu — pelajar boleh nampak komponen tersembunyi melalui peranti mudah alih. Ini tidak mungkin dengan buku teks.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1772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VR membolehkan latihan prosedur kecemasan dan cockpit tanpa risiko keselamatan. Pelajar boleh ulang berkali-kali sehingga mahir — sesuatu yang tidak praktikal dengan peralatan sebenar.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T4: Cabaran &amp; Halangan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32:00 – 42:00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Close-Up (CU) bergilir · Reflektif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mata, framing rapat untuk keintiman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Statik; benarkan jeda dramatik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Framing rapat — ekspresi jujur dan reflektif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6 ikon cabaran: kewangan, SDM, infrastruktur, pedagogi, regulatori, budaya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Kurangkan muzik latar untuk nada serius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Shallow DOF, latar lembut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CU  ·  Jujur  ·  6 cabaran  ·  Jeda dramatik  ·  Tiada muzik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Apakah cabaran terbesar dalam melaksanakan teknologi pendidikan terkini untuk avionik? (D1)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Apakah halangan regulatori? Bagaimana memastikan teknologi memenuhi piawaian CAAM dan ICAO? (D4 &amp; D5)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Cabaran terbesar ialah kos. Simulator berkualiti boleh mencecah jutaan ringgit. Cabaran pedagogi pula — menyesuaikan kaedah pengajaran dengan teknologi baharu — turut memerlukan perhatian serius.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1772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Setiap teknologi dalam latihan avionik perlu mematuhi CAAM dan ICAO. Proses pematuhan memakan masa dan kos tetapi tidak boleh dipintas — nyawa manusia terlibat.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T5: Contoh Penggunaan Berkesan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42:00 – 52:00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Medium Shot + Demo Screen (6 Tile Kajian Kes)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 + skrin demonstrasi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PIP atau potong penuh ke demonstrasi teknologi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Skrin besar: 6 tile kajian kes (simulator, AR, VR, e-learning, AI, kolaborasi)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PIP Pakar menjelaskan di sudut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Struktur STAR: Situasi – Teknologi – Hasil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Sokongan visual wajib disediakan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Demo  ·  PIP  ·  6 kajian kes  ·  STAR  ·  Screen-share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Boleh kongsikan contoh kejayaan nyata penggunaan teknologi pendidikan terkini yang memberi impak besar? (E1)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Apakah contoh kolaborasi industri-akademik yang menghasilkan inovasi teknologi pendidikan terkini yang berjaya? (E4)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Kami melaksanakan modul AR untuk pengajaran pendawaian avionik. Pelajar menggunakan tablet untuk lihat lapisan pendawaian bertindih pada pesawat latihan. Hasilnya — kefahaman meningkat ketara dan masa pengajaran berkurangan hampir separuh.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1772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Kolaborasi dengan syarikat MRO tempatan membolehkan kami akses peralatan terkini, pensyarah industri, dan komponen avionik sebenar untuk latihan. Model simbiosis ini sepatutnya jadi rujukan semua institusi avionik Malaysia.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T6: Nasihat &amp; Pandangan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52:00 – 57:00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MCU Pakar · Hangat &amp; Inspiratif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mata, sedikit low-angle untuk nada berwibawa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Push-in halus semasa Pakar sampaikan F1–F4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Pencahayaan hangat amber untuk suasana inspiratif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4 kad pesanan: pensyarah (F1), pelajar (F2), visi Malaysia (F3), sumber &amp; komuniti (F4)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Tangkap klip nasihat untuk promosi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Subjek di tengah atau 1/3 frame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MCU  ·  Hangat  ·  Push-in  ·  4 kad F1-F4  ·  Inspiratif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Apakah nasihat utama kepada pensyarah avionik yang ingin mula mengintegrasikan teknologi pendidikan terkini? (F1)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Masa hadapan pendidikan avionik Malaysia dalam 5–10 tahun? (F3) Sumber &amp; komuniti yang disyorkan? (F4)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Mulakan kecil. Satu aplikasi, satu modul, satu topik. Nilai, perbaiki, kemudian kembangkan. Jangan tunggu keadaan sempurna — ia tidak akan datang.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1772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Latihan bersimulator akan jadi standard minimum. Malaysia berpotensi jadi hab pendidikan avionik serantau. Saya syorkan ATEC, perkembangan ICAO digital aviation training, dan platform e-learning avionik global.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864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829"/>
                </a:solidFill>
              </a:rPr>
              <a:t>SCENE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3"/>
                </a:solidFill>
              </a:rPr>
              <a:t>Penutup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0" y="91440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91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</a:rPr>
              <a:t>57:00 – 60:00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6928"/>
            <a:ext cx="5029200" cy="2825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" y="64008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F0A8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640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📸 GAMBAR AI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6928"/>
            <a:ext cx="3749040" cy="21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30952" y="640080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90C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30952" y="6400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4FF"/>
                </a:solidFill>
              </a:rPr>
              <a:t>🎬 STORYBOARD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57800" y="2752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SAIZ SYOT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Pull-back Wide Shot · Outro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SUDUT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Aras mata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PERGERAKAN  </a:t>
            </a:r>
            <a:pPr indent="0" marL="0">
              <a:buNone/>
            </a:pPr>
            <a:r>
              <a:rPr lang="en-US" sz="900" dirty="0">
                <a:solidFill>
                  <a:srgbClr val="E8EDF3"/>
                </a:solidFill>
              </a:rPr>
              <a:t>Dolly-out ke wide; end cards dan CTA masuk
</a:t>
            </a:r>
            <a:pPr indent="0" marL="0">
              <a:buNone/>
            </a:pPr>
            <a:r>
              <a:rPr lang="en-US" sz="800" b="1" dirty="0">
                <a:solidFill>
                  <a:srgbClr val="F0A829"/>
                </a:solidFill>
              </a:rPr>
              <a:t>KOMPOSISI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Kedua-dua hos dalam frame — simetri di settee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Tea table bulat kayu kelihatan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CTA: Langgan | Kongsi | Semak Nota Tunjuk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Backdrop EDUTECH AVIONIK penuh
</a:t>
            </a:r>
            <a:pPr indent="0" marL="0">
              <a:buNone/>
            </a:pPr>
            <a:r>
              <a:rPr lang="en-US" sz="850" dirty="0">
                <a:solidFill>
                  <a:srgbClr val="8B9BAD"/>
                </a:solidFill>
              </a:rPr>
              <a:t>• Muzik outro naik penuh
</a:t>
            </a:r>
            <a:pPr indent="0" marL="0">
              <a:buNone/>
            </a:pPr>
            <a:r>
              <a:rPr lang="en-US" sz="800" i="1" dirty="0">
                <a:solidFill>
                  <a:srgbClr val="2E5496"/>
                </a:solidFill>
              </a:rPr>
              <a:t>Wide  ·  Dolly-out  ·  CTA  ·  End cards  ·  Simetri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37160" y="3483864"/>
            <a:ext cx="8869680" cy="0"/>
          </a:xfrm>
          <a:prstGeom prst="line">
            <a:avLst/>
          </a:prstGeom>
          <a:noFill/>
          <a:ln w="6350">
            <a:solidFill>
              <a:srgbClr val="2E54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829"/>
                </a:solidFill>
              </a:rPr>
              <a:t>SKRIP DIALOG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2860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Enam topik yang kita rungkaikan — perjalanan kerjaya pakar, perkembangan terkini, kelebihan teknologi, cabaran, contoh kejayaan, dan nasihat masa depan. Terima kasih kepada Pensyarah Pakar Avionik UniKL MIAT atas perkongsian 18 tahun pengalaman yang amat berharga.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37160" y="4279392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MODERATOR: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28600" y="44348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Langgan podcast EduTech Avionik, kongsikan kepada rakan, dan semak nota tunjuk untuk 25 soalan temu bual penuh. Sehingga episod akan datang — teruskan belajar, teruskan maju. Assalamualaikum.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17720" y="3758184"/>
            <a:ext cx="4343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B6A0"/>
                </a:solidFill>
              </a:rPr>
              <a:t>PAKAR: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709160" y="391363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3"/>
                </a:solidFill>
              </a:rPr>
              <a:t>Terima kasih atas jemputan yang bermakna ini. Semoga perkongsian ini memberi manfaat kepada semua yang terlibat dalam ekosistem pendidikan avionik di Malaysia.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 Podcast EduTech Avionik — FINAL v2</dc:title>
  <dc:subject>PptxGenJS Presentation</dc:subject>
  <dc:creator>PptxGenJS</dc:creator>
  <cp:lastModifiedBy>PptxGenJS</cp:lastModifiedBy>
  <cp:revision>1</cp:revision>
  <dcterms:created xsi:type="dcterms:W3CDTF">2026-06-20T00:29:37Z</dcterms:created>
  <dcterms:modified xsi:type="dcterms:W3CDTF">2026-06-20T00:29:37Z</dcterms:modified>
</cp:coreProperties>
</file>